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5493"/>
    <a:srgbClr val="EE1D23"/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605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46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89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0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92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23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59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05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73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83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666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837577C-4126-42D5-9C33-1B89960F210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0F5B05A-D026-4A25-9CB9-612C8ADFB2D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851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6996E3F5-91EA-5582-8743-CBE944AE7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-1612525"/>
            <a:ext cx="11125200" cy="111252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C982500-904D-6FC2-47FB-70DA934D0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90792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D1B1943-32ED-6297-349B-7A3182B657F6}"/>
              </a:ext>
            </a:extLst>
          </p:cNvPr>
          <p:cNvSpPr txBox="1"/>
          <p:nvPr/>
        </p:nvSpPr>
        <p:spPr>
          <a:xfrm>
            <a:off x="2087880" y="5139511"/>
            <a:ext cx="7833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solidFill>
                  <a:srgbClr val="17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Programmazione</a:t>
            </a:r>
            <a:r>
              <a:rPr lang="en-GB" b="1" dirty="0">
                <a:solidFill>
                  <a:srgbClr val="17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e Mobile</a:t>
            </a:r>
          </a:p>
          <a:p>
            <a:pPr algn="ctr"/>
            <a:endParaRPr lang="en-GB" b="1" dirty="0">
              <a:solidFill>
                <a:srgbClr val="1754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b="1" dirty="0">
                <a:solidFill>
                  <a:srgbClr val="17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ATLANTE ESTER</a:t>
            </a:r>
          </a:p>
          <a:p>
            <a:pPr algn="ctr"/>
            <a:r>
              <a:rPr lang="en-GB" b="1" dirty="0">
                <a:solidFill>
                  <a:srgbClr val="17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50939A</a:t>
            </a:r>
          </a:p>
        </p:txBody>
      </p:sp>
    </p:spTree>
    <p:extLst>
      <p:ext uri="{BB962C8B-B14F-4D97-AF65-F5344CB8AC3E}">
        <p14:creationId xmlns:p14="http://schemas.microsoft.com/office/powerpoint/2010/main" val="1934011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D1AC6B7-F123-5528-5854-F2D26CF87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866" y="1460628"/>
            <a:ext cx="8202268" cy="393674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A9098E-41EA-AD86-2D05-A571E601469C}"/>
              </a:ext>
            </a:extLst>
          </p:cNvPr>
          <p:cNvSpPr txBox="1"/>
          <p:nvPr/>
        </p:nvSpPr>
        <p:spPr>
          <a:xfrm>
            <a:off x="4638040" y="254000"/>
            <a:ext cx="2915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HOMEPAGE</a:t>
            </a:r>
          </a:p>
          <a:p>
            <a:pPr algn="ctr"/>
            <a:r>
              <a:rPr lang="en-GB" sz="3200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-Visitor-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EFA04EC1-D7EE-F3F6-3EE6-83E2DAADD1C5}"/>
              </a:ext>
            </a:extLst>
          </p:cNvPr>
          <p:cNvCxnSpPr>
            <a:cxnSpLocks/>
          </p:cNvCxnSpPr>
          <p:nvPr/>
        </p:nvCxnSpPr>
        <p:spPr>
          <a:xfrm flipH="1">
            <a:off x="9075420" y="942945"/>
            <a:ext cx="949960" cy="588675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4AB04C3-4029-AB33-2F9E-044D2FFFC449}"/>
              </a:ext>
            </a:extLst>
          </p:cNvPr>
          <p:cNvCxnSpPr>
            <a:cxnSpLocks/>
          </p:cNvCxnSpPr>
          <p:nvPr/>
        </p:nvCxnSpPr>
        <p:spPr>
          <a:xfrm flipH="1">
            <a:off x="9395460" y="942945"/>
            <a:ext cx="629920" cy="588675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A4AE900-29F9-9513-44D2-0B4000679B1C}"/>
              </a:ext>
            </a:extLst>
          </p:cNvPr>
          <p:cNvSpPr txBox="1"/>
          <p:nvPr/>
        </p:nvSpPr>
        <p:spPr>
          <a:xfrm>
            <a:off x="9331719" y="561656"/>
            <a:ext cx="144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registrazione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login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1377C3E-4BC0-85DE-FCA4-244B22CE96EC}"/>
              </a:ext>
            </a:extLst>
          </p:cNvPr>
          <p:cNvSpPr/>
          <p:nvPr/>
        </p:nvSpPr>
        <p:spPr>
          <a:xfrm>
            <a:off x="-752354" y="-275431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72057FB2-DA3A-11FD-C805-46C1D4A11BA4}"/>
              </a:ext>
            </a:extLst>
          </p:cNvPr>
          <p:cNvSpPr/>
          <p:nvPr/>
        </p:nvSpPr>
        <p:spPr>
          <a:xfrm>
            <a:off x="914400" y="-555585"/>
            <a:ext cx="1840375" cy="1064871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E98E581-A7DE-B483-E482-E6D41FBB6B2D}"/>
              </a:ext>
            </a:extLst>
          </p:cNvPr>
          <p:cNvSpPr/>
          <p:nvPr/>
        </p:nvSpPr>
        <p:spPr>
          <a:xfrm>
            <a:off x="-1" y="5860358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832F1B6-BBB6-4D24-66F2-3DA77C32178B}"/>
              </a:ext>
            </a:extLst>
          </p:cNvPr>
          <p:cNvSpPr/>
          <p:nvPr/>
        </p:nvSpPr>
        <p:spPr>
          <a:xfrm>
            <a:off x="-1088022" y="5397371"/>
            <a:ext cx="2152891" cy="1460628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5C8172C-81C3-480F-A2C5-93CD7523327C}"/>
              </a:ext>
            </a:extLst>
          </p:cNvPr>
          <p:cNvSpPr/>
          <p:nvPr/>
        </p:nvSpPr>
        <p:spPr>
          <a:xfrm>
            <a:off x="10956594" y="-530092"/>
            <a:ext cx="2152891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57208B2-EA3E-BA67-58DD-F74CA0FE69E4}"/>
              </a:ext>
            </a:extLst>
          </p:cNvPr>
          <p:cNvSpPr/>
          <p:nvPr/>
        </p:nvSpPr>
        <p:spPr>
          <a:xfrm>
            <a:off x="11269110" y="1185197"/>
            <a:ext cx="1840375" cy="1064871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292162AA-2C3E-ABEE-D464-EB07D1F0CEB7}"/>
              </a:ext>
            </a:extLst>
          </p:cNvPr>
          <p:cNvSpPr/>
          <p:nvPr/>
        </p:nvSpPr>
        <p:spPr>
          <a:xfrm>
            <a:off x="10859364" y="4893889"/>
            <a:ext cx="1840375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71FD854C-A02E-7130-9AF1-7EEABA4DB34A}"/>
              </a:ext>
            </a:extLst>
          </p:cNvPr>
          <p:cNvSpPr/>
          <p:nvPr/>
        </p:nvSpPr>
        <p:spPr>
          <a:xfrm>
            <a:off x="10039109" y="5973774"/>
            <a:ext cx="2152891" cy="1233796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7E66C448-5ABB-DED9-3F7F-E4BFF959EA04}"/>
              </a:ext>
            </a:extLst>
          </p:cNvPr>
          <p:cNvCxnSpPr/>
          <p:nvPr/>
        </p:nvCxnSpPr>
        <p:spPr>
          <a:xfrm>
            <a:off x="8100060" y="1076960"/>
            <a:ext cx="439420" cy="454660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234B6B7-41B9-A9FB-B515-3530898F0EDD}"/>
              </a:ext>
            </a:extLst>
          </p:cNvPr>
          <p:cNvSpPr txBox="1"/>
          <p:nvPr/>
        </p:nvSpPr>
        <p:spPr>
          <a:xfrm>
            <a:off x="7434580" y="856496"/>
            <a:ext cx="1382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carrello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894630D4-96DD-96C9-ABE9-EAA6C98A1F9C}"/>
              </a:ext>
            </a:extLst>
          </p:cNvPr>
          <p:cNvCxnSpPr>
            <a:cxnSpLocks/>
          </p:cNvCxnSpPr>
          <p:nvPr/>
        </p:nvCxnSpPr>
        <p:spPr>
          <a:xfrm>
            <a:off x="8808834" y="690880"/>
            <a:ext cx="0" cy="777496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F2393D6-2FDB-B643-6030-62F6D3BF7EF5}"/>
              </a:ext>
            </a:extLst>
          </p:cNvPr>
          <p:cNvSpPr txBox="1"/>
          <p:nvPr/>
        </p:nvSpPr>
        <p:spPr>
          <a:xfrm>
            <a:off x="7948992" y="317749"/>
            <a:ext cx="1713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piatti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attualmente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carrello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CF5009DC-2196-696A-C5A5-519B694B4B97}"/>
              </a:ext>
            </a:extLst>
          </p:cNvPr>
          <p:cNvCxnSpPr>
            <a:cxnSpLocks/>
          </p:cNvCxnSpPr>
          <p:nvPr/>
        </p:nvCxnSpPr>
        <p:spPr>
          <a:xfrm>
            <a:off x="4094480" y="1118106"/>
            <a:ext cx="692785" cy="1470789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BED75E0E-2D14-701D-FECF-1763F9136B6C}"/>
              </a:ext>
            </a:extLst>
          </p:cNvPr>
          <p:cNvCxnSpPr>
            <a:cxnSpLocks/>
          </p:cNvCxnSpPr>
          <p:nvPr/>
        </p:nvCxnSpPr>
        <p:spPr>
          <a:xfrm>
            <a:off x="4101725" y="1118106"/>
            <a:ext cx="1637665" cy="1410551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CB1AE001-22E1-F7DA-DBEA-587D36F91D6A}"/>
              </a:ext>
            </a:extLst>
          </p:cNvPr>
          <p:cNvSpPr txBox="1"/>
          <p:nvPr/>
        </p:nvSpPr>
        <p:spPr>
          <a:xfrm>
            <a:off x="3513229" y="916734"/>
            <a:ext cx="1177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ricerca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7B88C4F4-E553-7158-84AB-ABE48B3FF38C}"/>
              </a:ext>
            </a:extLst>
          </p:cNvPr>
          <p:cNvCxnSpPr>
            <a:cxnSpLocks/>
          </p:cNvCxnSpPr>
          <p:nvPr/>
        </p:nvCxnSpPr>
        <p:spPr>
          <a:xfrm flipH="1">
            <a:off x="9588500" y="2528657"/>
            <a:ext cx="1188479" cy="116744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3DF9892F-C2B1-D949-0E90-BE80723020D5}"/>
              </a:ext>
            </a:extLst>
          </p:cNvPr>
          <p:cNvSpPr txBox="1"/>
          <p:nvPr/>
        </p:nvSpPr>
        <p:spPr>
          <a:xfrm>
            <a:off x="10554564" y="2331374"/>
            <a:ext cx="1332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applicare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filtri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1524128E-049D-15FE-E994-30AC5758B5ED}"/>
              </a:ext>
            </a:extLst>
          </p:cNvPr>
          <p:cNvCxnSpPr>
            <a:cxnSpLocks/>
          </p:cNvCxnSpPr>
          <p:nvPr/>
        </p:nvCxnSpPr>
        <p:spPr>
          <a:xfrm flipV="1">
            <a:off x="8539480" y="4991100"/>
            <a:ext cx="0" cy="1118263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85A72AB8-0441-713A-20F5-8ECC2DD43FA5}"/>
              </a:ext>
            </a:extLst>
          </p:cNvPr>
          <p:cNvSpPr txBox="1"/>
          <p:nvPr/>
        </p:nvSpPr>
        <p:spPr>
          <a:xfrm>
            <a:off x="7682896" y="6048631"/>
            <a:ext cx="17131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visualizzare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dettagli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ristorante e il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menù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AF3684D3-AA46-E979-AE5A-F081FAA6B879}"/>
              </a:ext>
            </a:extLst>
          </p:cNvPr>
          <p:cNvSpPr txBox="1"/>
          <p:nvPr/>
        </p:nvSpPr>
        <p:spPr>
          <a:xfrm>
            <a:off x="-4557" y="1468376"/>
            <a:ext cx="19909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homepage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ristoranti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usano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Leaveat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come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piattaforma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online.</a:t>
            </a:r>
            <a:b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 è la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possibilità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cercare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 ristorante per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per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città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alto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il login, la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registrazione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ed il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monitoraggio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carrello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Effettuando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 click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sul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visualizza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menu’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sotto la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riassuntiva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ciascun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ristorante se ne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visualizzano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dettagli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ed il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menù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85715325-2030-07DE-742D-C83D977C8E89}"/>
              </a:ext>
            </a:extLst>
          </p:cNvPr>
          <p:cNvCxnSpPr>
            <a:cxnSpLocks/>
          </p:cNvCxnSpPr>
          <p:nvPr/>
        </p:nvCxnSpPr>
        <p:spPr>
          <a:xfrm flipH="1">
            <a:off x="9258300" y="3857625"/>
            <a:ext cx="1296264" cy="0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724BB52F-A31E-A4D1-ED2B-3A3045D2AB38}"/>
              </a:ext>
            </a:extLst>
          </p:cNvPr>
          <p:cNvSpPr txBox="1"/>
          <p:nvPr/>
        </p:nvSpPr>
        <p:spPr>
          <a:xfrm>
            <a:off x="10392362" y="3707616"/>
            <a:ext cx="1657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Immagine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default</a:t>
            </a:r>
          </a:p>
          <a:p>
            <a:pPr algn="ctr"/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(logo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Leaveat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700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A9098E-41EA-AD86-2D05-A571E601469C}"/>
              </a:ext>
            </a:extLst>
          </p:cNvPr>
          <p:cNvSpPr txBox="1"/>
          <p:nvPr/>
        </p:nvSpPr>
        <p:spPr>
          <a:xfrm>
            <a:off x="4638040" y="254000"/>
            <a:ext cx="2915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HOMEPAGE</a:t>
            </a:r>
          </a:p>
          <a:p>
            <a:pPr algn="ctr"/>
            <a:r>
              <a:rPr lang="en-GB" sz="3200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-Customer-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1377C3E-4BC0-85DE-FCA4-244B22CE96EC}"/>
              </a:ext>
            </a:extLst>
          </p:cNvPr>
          <p:cNvSpPr/>
          <p:nvPr/>
        </p:nvSpPr>
        <p:spPr>
          <a:xfrm>
            <a:off x="-752354" y="-275431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72057FB2-DA3A-11FD-C805-46C1D4A11BA4}"/>
              </a:ext>
            </a:extLst>
          </p:cNvPr>
          <p:cNvSpPr/>
          <p:nvPr/>
        </p:nvSpPr>
        <p:spPr>
          <a:xfrm>
            <a:off x="914400" y="-555585"/>
            <a:ext cx="1840375" cy="1064871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E98E581-A7DE-B483-E482-E6D41FBB6B2D}"/>
              </a:ext>
            </a:extLst>
          </p:cNvPr>
          <p:cNvSpPr/>
          <p:nvPr/>
        </p:nvSpPr>
        <p:spPr>
          <a:xfrm>
            <a:off x="-1" y="5860358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832F1B6-BBB6-4D24-66F2-3DA77C32178B}"/>
              </a:ext>
            </a:extLst>
          </p:cNvPr>
          <p:cNvSpPr/>
          <p:nvPr/>
        </p:nvSpPr>
        <p:spPr>
          <a:xfrm>
            <a:off x="-1088022" y="5397371"/>
            <a:ext cx="2152891" cy="1460628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5C8172C-81C3-480F-A2C5-93CD7523327C}"/>
              </a:ext>
            </a:extLst>
          </p:cNvPr>
          <p:cNvSpPr/>
          <p:nvPr/>
        </p:nvSpPr>
        <p:spPr>
          <a:xfrm>
            <a:off x="10956594" y="-530092"/>
            <a:ext cx="2152891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57208B2-EA3E-BA67-58DD-F74CA0FE69E4}"/>
              </a:ext>
            </a:extLst>
          </p:cNvPr>
          <p:cNvSpPr/>
          <p:nvPr/>
        </p:nvSpPr>
        <p:spPr>
          <a:xfrm>
            <a:off x="11269110" y="1185197"/>
            <a:ext cx="1840375" cy="1064871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292162AA-2C3E-ABEE-D464-EB07D1F0CEB7}"/>
              </a:ext>
            </a:extLst>
          </p:cNvPr>
          <p:cNvSpPr/>
          <p:nvPr/>
        </p:nvSpPr>
        <p:spPr>
          <a:xfrm>
            <a:off x="10859364" y="4893889"/>
            <a:ext cx="1840375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71FD854C-A02E-7130-9AF1-7EEABA4DB34A}"/>
              </a:ext>
            </a:extLst>
          </p:cNvPr>
          <p:cNvSpPr/>
          <p:nvPr/>
        </p:nvSpPr>
        <p:spPr>
          <a:xfrm>
            <a:off x="10039109" y="5973774"/>
            <a:ext cx="2152891" cy="1233796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85A72AB8-0441-713A-20F5-8ECC2DD43FA5}"/>
              </a:ext>
            </a:extLst>
          </p:cNvPr>
          <p:cNvSpPr txBox="1"/>
          <p:nvPr/>
        </p:nvSpPr>
        <p:spPr>
          <a:xfrm>
            <a:off x="57816" y="2605671"/>
            <a:ext cx="17131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effettua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 login con account Costumer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visualizzano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nella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homepage le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prefferenze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D8E99A9-13CE-EFCD-4F7D-D771B671B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"/>
          <a:stretch/>
        </p:blipFill>
        <p:spPr>
          <a:xfrm>
            <a:off x="2833877" y="1355080"/>
            <a:ext cx="6524246" cy="5017495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3E8DFF06-15C3-2423-4188-7DC2EEE180B2}"/>
              </a:ext>
            </a:extLst>
          </p:cNvPr>
          <p:cNvCxnSpPr>
            <a:cxnSpLocks/>
          </p:cNvCxnSpPr>
          <p:nvPr/>
        </p:nvCxnSpPr>
        <p:spPr>
          <a:xfrm flipH="1">
            <a:off x="8185785" y="881078"/>
            <a:ext cx="404071" cy="518739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928ECFE-F9EA-903B-3837-EEA8D6211EB2}"/>
              </a:ext>
            </a:extLst>
          </p:cNvPr>
          <p:cNvSpPr txBox="1"/>
          <p:nvPr/>
        </p:nvSpPr>
        <p:spPr>
          <a:xfrm>
            <a:off x="7358788" y="272130"/>
            <a:ext cx="1910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visualizzazione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storico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ordini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D7448A19-6C70-537D-EBF2-90CBEE652999}"/>
              </a:ext>
            </a:extLst>
          </p:cNvPr>
          <p:cNvCxnSpPr>
            <a:cxnSpLocks/>
          </p:cNvCxnSpPr>
          <p:nvPr/>
        </p:nvCxnSpPr>
        <p:spPr>
          <a:xfrm flipH="1">
            <a:off x="8513842" y="1127470"/>
            <a:ext cx="996893" cy="341103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8DCD67D-507B-4722-78F5-C03814E7CDB1}"/>
              </a:ext>
            </a:extLst>
          </p:cNvPr>
          <p:cNvSpPr txBox="1"/>
          <p:nvPr/>
        </p:nvSpPr>
        <p:spPr>
          <a:xfrm>
            <a:off x="9435972" y="966031"/>
            <a:ext cx="1382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logout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C039F4C-0CED-5D57-FFAE-C3528815952C}"/>
              </a:ext>
            </a:extLst>
          </p:cNvPr>
          <p:cNvCxnSpPr>
            <a:cxnSpLocks/>
          </p:cNvCxnSpPr>
          <p:nvPr/>
        </p:nvCxnSpPr>
        <p:spPr>
          <a:xfrm flipH="1">
            <a:off x="7984253" y="658696"/>
            <a:ext cx="207306" cy="730684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C6420BC-272E-D49D-B381-3C37B43415E2}"/>
              </a:ext>
            </a:extLst>
          </p:cNvPr>
          <p:cNvSpPr txBox="1"/>
          <p:nvPr/>
        </p:nvSpPr>
        <p:spPr>
          <a:xfrm>
            <a:off x="8380734" y="689912"/>
            <a:ext cx="1382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profilo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E33B3F4D-169C-B457-B34A-42FDD714C65A}"/>
              </a:ext>
            </a:extLst>
          </p:cNvPr>
          <p:cNvSpPr/>
          <p:nvPr/>
        </p:nvSpPr>
        <p:spPr>
          <a:xfrm>
            <a:off x="7214727" y="1332746"/>
            <a:ext cx="452999" cy="271654"/>
          </a:xfrm>
          <a:prstGeom prst="ellipse">
            <a:avLst/>
          </a:prstGeom>
          <a:noFill/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D622C9E3-C49A-31A5-8E91-AF9DF2BC562A}"/>
              </a:ext>
            </a:extLst>
          </p:cNvPr>
          <p:cNvSpPr/>
          <p:nvPr/>
        </p:nvSpPr>
        <p:spPr>
          <a:xfrm>
            <a:off x="4622846" y="1685533"/>
            <a:ext cx="626141" cy="367173"/>
          </a:xfrm>
          <a:prstGeom prst="ellipse">
            <a:avLst/>
          </a:prstGeom>
          <a:noFill/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C5B534E7-7EF7-029B-991A-FD16F7182EEB}"/>
              </a:ext>
            </a:extLst>
          </p:cNvPr>
          <p:cNvCxnSpPr>
            <a:cxnSpLocks/>
          </p:cNvCxnSpPr>
          <p:nvPr/>
        </p:nvCxnSpPr>
        <p:spPr>
          <a:xfrm>
            <a:off x="2159491" y="1973580"/>
            <a:ext cx="1025669" cy="845900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667B247-0295-6402-CE4E-F5C0ED6D487D}"/>
              </a:ext>
            </a:extLst>
          </p:cNvPr>
          <p:cNvSpPr txBox="1"/>
          <p:nvPr/>
        </p:nvSpPr>
        <p:spPr>
          <a:xfrm>
            <a:off x="1114430" y="1738315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Ristoranti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preferiti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A2B09731-5E99-3490-E5F0-0E73206879DD}"/>
              </a:ext>
            </a:extLst>
          </p:cNvPr>
          <p:cNvCxnSpPr>
            <a:cxnSpLocks/>
          </p:cNvCxnSpPr>
          <p:nvPr/>
        </p:nvCxnSpPr>
        <p:spPr>
          <a:xfrm>
            <a:off x="2113782" y="4033727"/>
            <a:ext cx="1003934" cy="748871"/>
          </a:xfrm>
          <a:prstGeom prst="straightConnector1">
            <a:avLst/>
          </a:prstGeom>
          <a:ln>
            <a:solidFill>
              <a:srgbClr val="EE1D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7A3A424-2EBB-FB94-7D4E-28FB2A1CFA48}"/>
              </a:ext>
            </a:extLst>
          </p:cNvPr>
          <p:cNvSpPr txBox="1"/>
          <p:nvPr/>
        </p:nvSpPr>
        <p:spPr>
          <a:xfrm>
            <a:off x="969430" y="3607634"/>
            <a:ext cx="1910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Ultimi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ristoranti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cui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è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effettuato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ordine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61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A9098E-41EA-AD86-2D05-A571E601469C}"/>
              </a:ext>
            </a:extLst>
          </p:cNvPr>
          <p:cNvSpPr txBox="1"/>
          <p:nvPr/>
        </p:nvSpPr>
        <p:spPr>
          <a:xfrm>
            <a:off x="4638040" y="254000"/>
            <a:ext cx="2915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HOMEPAGE</a:t>
            </a:r>
          </a:p>
          <a:p>
            <a:pPr algn="ctr"/>
            <a:r>
              <a:rPr lang="en-GB" sz="3200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-Restaurateur-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1377C3E-4BC0-85DE-FCA4-244B22CE96EC}"/>
              </a:ext>
            </a:extLst>
          </p:cNvPr>
          <p:cNvSpPr/>
          <p:nvPr/>
        </p:nvSpPr>
        <p:spPr>
          <a:xfrm>
            <a:off x="-752354" y="-275431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72057FB2-DA3A-11FD-C805-46C1D4A11BA4}"/>
              </a:ext>
            </a:extLst>
          </p:cNvPr>
          <p:cNvSpPr/>
          <p:nvPr/>
        </p:nvSpPr>
        <p:spPr>
          <a:xfrm>
            <a:off x="914400" y="-555585"/>
            <a:ext cx="1840375" cy="1064871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E98E581-A7DE-B483-E482-E6D41FBB6B2D}"/>
              </a:ext>
            </a:extLst>
          </p:cNvPr>
          <p:cNvSpPr/>
          <p:nvPr/>
        </p:nvSpPr>
        <p:spPr>
          <a:xfrm>
            <a:off x="-1" y="5860358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832F1B6-BBB6-4D24-66F2-3DA77C32178B}"/>
              </a:ext>
            </a:extLst>
          </p:cNvPr>
          <p:cNvSpPr/>
          <p:nvPr/>
        </p:nvSpPr>
        <p:spPr>
          <a:xfrm>
            <a:off x="-1088022" y="5397371"/>
            <a:ext cx="2152891" cy="1460628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5C8172C-81C3-480F-A2C5-93CD7523327C}"/>
              </a:ext>
            </a:extLst>
          </p:cNvPr>
          <p:cNvSpPr/>
          <p:nvPr/>
        </p:nvSpPr>
        <p:spPr>
          <a:xfrm>
            <a:off x="10956594" y="-530092"/>
            <a:ext cx="2152891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57208B2-EA3E-BA67-58DD-F74CA0FE69E4}"/>
              </a:ext>
            </a:extLst>
          </p:cNvPr>
          <p:cNvSpPr/>
          <p:nvPr/>
        </p:nvSpPr>
        <p:spPr>
          <a:xfrm>
            <a:off x="11269110" y="1185197"/>
            <a:ext cx="1840375" cy="1064871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292162AA-2C3E-ABEE-D464-EB07D1F0CEB7}"/>
              </a:ext>
            </a:extLst>
          </p:cNvPr>
          <p:cNvSpPr/>
          <p:nvPr/>
        </p:nvSpPr>
        <p:spPr>
          <a:xfrm>
            <a:off x="10859364" y="4893889"/>
            <a:ext cx="1840375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71FD854C-A02E-7130-9AF1-7EEABA4DB34A}"/>
              </a:ext>
            </a:extLst>
          </p:cNvPr>
          <p:cNvSpPr/>
          <p:nvPr/>
        </p:nvSpPr>
        <p:spPr>
          <a:xfrm>
            <a:off x="10039109" y="5973774"/>
            <a:ext cx="2152891" cy="1233796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85A72AB8-0441-713A-20F5-8ECC2DD43FA5}"/>
              </a:ext>
            </a:extLst>
          </p:cNvPr>
          <p:cNvSpPr txBox="1"/>
          <p:nvPr/>
        </p:nvSpPr>
        <p:spPr>
          <a:xfrm>
            <a:off x="57816" y="2428525"/>
            <a:ext cx="171316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effettua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 login con account Restaurateur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visualizza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homepage con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stessi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un Visitor.</a:t>
            </a:r>
          </a:p>
          <a:p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barra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navigazione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cambia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dare all</a:t>
            </a:r>
            <a:r>
              <a:rPr lang="it-IT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’utente la percezione, anche dal punto di vista sensoriale, di essere entrato nella modalità di ‘gestione’ del servizio riservata ai ristoratori.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0C3EE8F-A793-7B67-05A7-6F478B040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447" y="1491290"/>
            <a:ext cx="8593105" cy="4106199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D370B3F-939C-5463-0CA5-E02EC4E7B0B6}"/>
              </a:ext>
            </a:extLst>
          </p:cNvPr>
          <p:cNvCxnSpPr>
            <a:cxnSpLocks/>
          </p:cNvCxnSpPr>
          <p:nvPr/>
        </p:nvCxnSpPr>
        <p:spPr>
          <a:xfrm>
            <a:off x="3761482" y="1115005"/>
            <a:ext cx="876558" cy="1028120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83D3529-70D8-AC2C-98A8-6B63F36F83D6}"/>
              </a:ext>
            </a:extLst>
          </p:cNvPr>
          <p:cNvSpPr txBox="1"/>
          <p:nvPr/>
        </p:nvSpPr>
        <p:spPr>
          <a:xfrm>
            <a:off x="2806232" y="703427"/>
            <a:ext cx="1910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Messaggio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benvenuto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personalizzato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7570C2C-A115-2162-C11C-1EF56E0A0297}"/>
              </a:ext>
            </a:extLst>
          </p:cNvPr>
          <p:cNvCxnSpPr>
            <a:cxnSpLocks/>
          </p:cNvCxnSpPr>
          <p:nvPr/>
        </p:nvCxnSpPr>
        <p:spPr>
          <a:xfrm flipH="1">
            <a:off x="8026701" y="607645"/>
            <a:ext cx="403817" cy="1021420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A3D274E-DF9A-8934-B43E-1D088D044265}"/>
              </a:ext>
            </a:extLst>
          </p:cNvPr>
          <p:cNvSpPr txBox="1"/>
          <p:nvPr/>
        </p:nvSpPr>
        <p:spPr>
          <a:xfrm>
            <a:off x="7564421" y="378481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Icona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carrello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assente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9AF2E3FF-5DD7-0CE9-C6FD-E66940D628C4}"/>
              </a:ext>
            </a:extLst>
          </p:cNvPr>
          <p:cNvCxnSpPr>
            <a:cxnSpLocks/>
          </p:cNvCxnSpPr>
          <p:nvPr/>
        </p:nvCxnSpPr>
        <p:spPr>
          <a:xfrm flipH="1">
            <a:off x="8841598" y="800163"/>
            <a:ext cx="98564" cy="767075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2EE98EC-0712-0A0E-76FA-4F0D2201D6B2}"/>
              </a:ext>
            </a:extLst>
          </p:cNvPr>
          <p:cNvSpPr txBox="1"/>
          <p:nvPr/>
        </p:nvSpPr>
        <p:spPr>
          <a:xfrm>
            <a:off x="8128463" y="614296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dashboard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B64F38EC-96F3-F20F-B919-366B4B029651}"/>
              </a:ext>
            </a:extLst>
          </p:cNvPr>
          <p:cNvCxnSpPr>
            <a:cxnSpLocks/>
          </p:cNvCxnSpPr>
          <p:nvPr/>
        </p:nvCxnSpPr>
        <p:spPr>
          <a:xfrm flipH="1">
            <a:off x="9289291" y="1016000"/>
            <a:ext cx="37589" cy="574521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F0D221D-F9DA-8FB5-CEAE-D6791D1A9FB8}"/>
              </a:ext>
            </a:extLst>
          </p:cNvPr>
          <p:cNvSpPr txBox="1"/>
          <p:nvPr/>
        </p:nvSpPr>
        <p:spPr>
          <a:xfrm>
            <a:off x="8482052" y="831337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profilo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7CEB0C19-189B-88C0-6390-332D1F201C38}"/>
              </a:ext>
            </a:extLst>
          </p:cNvPr>
          <p:cNvCxnSpPr>
            <a:cxnSpLocks/>
          </p:cNvCxnSpPr>
          <p:nvPr/>
        </p:nvCxnSpPr>
        <p:spPr>
          <a:xfrm flipH="1">
            <a:off x="9734788" y="1267626"/>
            <a:ext cx="123005" cy="312943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35430438-D6B1-17E1-ADA7-A0EBD52134C0}"/>
              </a:ext>
            </a:extLst>
          </p:cNvPr>
          <p:cNvSpPr txBox="1"/>
          <p:nvPr/>
        </p:nvSpPr>
        <p:spPr>
          <a:xfrm>
            <a:off x="9014790" y="1066400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logout</a:t>
            </a:r>
          </a:p>
        </p:txBody>
      </p:sp>
    </p:spTree>
    <p:extLst>
      <p:ext uri="{BB962C8B-B14F-4D97-AF65-F5344CB8AC3E}">
        <p14:creationId xmlns:p14="http://schemas.microsoft.com/office/powerpoint/2010/main" val="68655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A9098E-41EA-AD86-2D05-A571E601469C}"/>
              </a:ext>
            </a:extLst>
          </p:cNvPr>
          <p:cNvSpPr txBox="1"/>
          <p:nvPr/>
        </p:nvSpPr>
        <p:spPr>
          <a:xfrm>
            <a:off x="4638040" y="254000"/>
            <a:ext cx="2915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HOMEPAGE</a:t>
            </a:r>
          </a:p>
          <a:p>
            <a:pPr algn="ctr"/>
            <a:r>
              <a:rPr lang="en-GB" sz="3200" dirty="0">
                <a:solidFill>
                  <a:srgbClr val="EE1D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-Restaurateur-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1377C3E-4BC0-85DE-FCA4-244B22CE96EC}"/>
              </a:ext>
            </a:extLst>
          </p:cNvPr>
          <p:cNvSpPr/>
          <p:nvPr/>
        </p:nvSpPr>
        <p:spPr>
          <a:xfrm>
            <a:off x="-752354" y="-275431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72057FB2-DA3A-11FD-C805-46C1D4A11BA4}"/>
              </a:ext>
            </a:extLst>
          </p:cNvPr>
          <p:cNvSpPr/>
          <p:nvPr/>
        </p:nvSpPr>
        <p:spPr>
          <a:xfrm>
            <a:off x="914400" y="-555585"/>
            <a:ext cx="1840375" cy="1064871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E98E581-A7DE-B483-E482-E6D41FBB6B2D}"/>
              </a:ext>
            </a:extLst>
          </p:cNvPr>
          <p:cNvSpPr/>
          <p:nvPr/>
        </p:nvSpPr>
        <p:spPr>
          <a:xfrm>
            <a:off x="-1" y="5860358"/>
            <a:ext cx="2152891" cy="1460628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832F1B6-BBB6-4D24-66F2-3DA77C32178B}"/>
              </a:ext>
            </a:extLst>
          </p:cNvPr>
          <p:cNvSpPr/>
          <p:nvPr/>
        </p:nvSpPr>
        <p:spPr>
          <a:xfrm>
            <a:off x="-1088022" y="5397371"/>
            <a:ext cx="2152891" cy="1460628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5C8172C-81C3-480F-A2C5-93CD7523327C}"/>
              </a:ext>
            </a:extLst>
          </p:cNvPr>
          <p:cNvSpPr/>
          <p:nvPr/>
        </p:nvSpPr>
        <p:spPr>
          <a:xfrm>
            <a:off x="10956594" y="-530092"/>
            <a:ext cx="2152891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57208B2-EA3E-BA67-58DD-F74CA0FE69E4}"/>
              </a:ext>
            </a:extLst>
          </p:cNvPr>
          <p:cNvSpPr/>
          <p:nvPr/>
        </p:nvSpPr>
        <p:spPr>
          <a:xfrm>
            <a:off x="11269110" y="1185197"/>
            <a:ext cx="1840375" cy="1064871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292162AA-2C3E-ABEE-D464-EB07D1F0CEB7}"/>
              </a:ext>
            </a:extLst>
          </p:cNvPr>
          <p:cNvSpPr/>
          <p:nvPr/>
        </p:nvSpPr>
        <p:spPr>
          <a:xfrm>
            <a:off x="10859364" y="4893889"/>
            <a:ext cx="1840375" cy="2275474"/>
          </a:xfrm>
          <a:prstGeom prst="rect">
            <a:avLst/>
          </a:prstGeom>
          <a:solidFill>
            <a:srgbClr val="175493"/>
          </a:solidFill>
          <a:ln>
            <a:solidFill>
              <a:srgbClr val="17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71FD854C-A02E-7130-9AF1-7EEABA4DB34A}"/>
              </a:ext>
            </a:extLst>
          </p:cNvPr>
          <p:cNvSpPr/>
          <p:nvPr/>
        </p:nvSpPr>
        <p:spPr>
          <a:xfrm>
            <a:off x="10039109" y="5973774"/>
            <a:ext cx="2152891" cy="1233796"/>
          </a:xfrm>
          <a:prstGeom prst="rect">
            <a:avLst/>
          </a:prstGeom>
          <a:solidFill>
            <a:srgbClr val="EE1D23"/>
          </a:solidFill>
          <a:ln>
            <a:solidFill>
              <a:srgbClr val="EE1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85A72AB8-0441-713A-20F5-8ECC2DD43FA5}"/>
              </a:ext>
            </a:extLst>
          </p:cNvPr>
          <p:cNvSpPr txBox="1"/>
          <p:nvPr/>
        </p:nvSpPr>
        <p:spPr>
          <a:xfrm>
            <a:off x="57816" y="2428525"/>
            <a:ext cx="171316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effettua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 login con account Restaurateur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visualizza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homepage con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stessi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elementi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un Visitor.</a:t>
            </a:r>
          </a:p>
          <a:p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barra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navigazione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cambia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dare all</a:t>
            </a:r>
            <a:r>
              <a:rPr lang="it-IT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’utente la percezione, anche dal punto di vista sensoriale, di essere entrato nella modalità di ‘gestione’ del servizio riservata ai ristoratori.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0C3EE8F-A793-7B67-05A7-6F478B040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447" y="1491290"/>
            <a:ext cx="8593105" cy="4106199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6D370B3F-939C-5463-0CA5-E02EC4E7B0B6}"/>
              </a:ext>
            </a:extLst>
          </p:cNvPr>
          <p:cNvCxnSpPr>
            <a:cxnSpLocks/>
          </p:cNvCxnSpPr>
          <p:nvPr/>
        </p:nvCxnSpPr>
        <p:spPr>
          <a:xfrm>
            <a:off x="3761482" y="1115005"/>
            <a:ext cx="876558" cy="1028120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83D3529-70D8-AC2C-98A8-6B63F36F83D6}"/>
              </a:ext>
            </a:extLst>
          </p:cNvPr>
          <p:cNvSpPr txBox="1"/>
          <p:nvPr/>
        </p:nvSpPr>
        <p:spPr>
          <a:xfrm>
            <a:off x="2806232" y="703427"/>
            <a:ext cx="1910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Messaggio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benvenuto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personalizzato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7570C2C-A115-2162-C11C-1EF56E0A0297}"/>
              </a:ext>
            </a:extLst>
          </p:cNvPr>
          <p:cNvCxnSpPr>
            <a:cxnSpLocks/>
          </p:cNvCxnSpPr>
          <p:nvPr/>
        </p:nvCxnSpPr>
        <p:spPr>
          <a:xfrm flipH="1">
            <a:off x="8026701" y="607645"/>
            <a:ext cx="403817" cy="1021420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A3D274E-DF9A-8934-B43E-1D088D044265}"/>
              </a:ext>
            </a:extLst>
          </p:cNvPr>
          <p:cNvSpPr txBox="1"/>
          <p:nvPr/>
        </p:nvSpPr>
        <p:spPr>
          <a:xfrm>
            <a:off x="7564421" y="378481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Icona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carrello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assente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9AF2E3FF-5DD7-0CE9-C6FD-E66940D628C4}"/>
              </a:ext>
            </a:extLst>
          </p:cNvPr>
          <p:cNvCxnSpPr>
            <a:cxnSpLocks/>
          </p:cNvCxnSpPr>
          <p:nvPr/>
        </p:nvCxnSpPr>
        <p:spPr>
          <a:xfrm flipH="1">
            <a:off x="8841598" y="800163"/>
            <a:ext cx="98564" cy="767075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2EE98EC-0712-0A0E-76FA-4F0D2201D6B2}"/>
              </a:ext>
            </a:extLst>
          </p:cNvPr>
          <p:cNvSpPr txBox="1"/>
          <p:nvPr/>
        </p:nvSpPr>
        <p:spPr>
          <a:xfrm>
            <a:off x="8128463" y="614296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dashboard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B64F38EC-96F3-F20F-B919-366B4B029651}"/>
              </a:ext>
            </a:extLst>
          </p:cNvPr>
          <p:cNvCxnSpPr>
            <a:cxnSpLocks/>
          </p:cNvCxnSpPr>
          <p:nvPr/>
        </p:nvCxnSpPr>
        <p:spPr>
          <a:xfrm flipH="1">
            <a:off x="9289291" y="1016000"/>
            <a:ext cx="37589" cy="574521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F0D221D-F9DA-8FB5-CEAE-D6791D1A9FB8}"/>
              </a:ext>
            </a:extLst>
          </p:cNvPr>
          <p:cNvSpPr txBox="1"/>
          <p:nvPr/>
        </p:nvSpPr>
        <p:spPr>
          <a:xfrm>
            <a:off x="8482052" y="831337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profilo</a:t>
            </a:r>
            <a:endParaRPr lang="en-GB" sz="1100" dirty="0">
              <a:solidFill>
                <a:srgbClr val="F8F9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7CEB0C19-189B-88C0-6390-332D1F201C38}"/>
              </a:ext>
            </a:extLst>
          </p:cNvPr>
          <p:cNvCxnSpPr>
            <a:cxnSpLocks/>
          </p:cNvCxnSpPr>
          <p:nvPr/>
        </p:nvCxnSpPr>
        <p:spPr>
          <a:xfrm flipH="1">
            <a:off x="9734788" y="1267626"/>
            <a:ext cx="123005" cy="312943"/>
          </a:xfrm>
          <a:prstGeom prst="straightConnector1">
            <a:avLst/>
          </a:prstGeom>
          <a:ln>
            <a:solidFill>
              <a:srgbClr val="1754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35430438-D6B1-17E1-ADA7-A0EBD52134C0}"/>
              </a:ext>
            </a:extLst>
          </p:cNvPr>
          <p:cNvSpPr txBox="1"/>
          <p:nvPr/>
        </p:nvSpPr>
        <p:spPr>
          <a:xfrm>
            <a:off x="9014790" y="1066400"/>
            <a:ext cx="1910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Pulsante</a:t>
            </a:r>
            <a:r>
              <a:rPr lang="en-GB" sz="1100" dirty="0">
                <a:solidFill>
                  <a:srgbClr val="F8F9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logout</a:t>
            </a:r>
          </a:p>
        </p:txBody>
      </p:sp>
    </p:spTree>
    <p:extLst>
      <p:ext uri="{BB962C8B-B14F-4D97-AF65-F5344CB8AC3E}">
        <p14:creationId xmlns:p14="http://schemas.microsoft.com/office/powerpoint/2010/main" val="323364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304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Ester Atlante</dc:creator>
  <cp:lastModifiedBy>Ester Atlante</cp:lastModifiedBy>
  <cp:revision>2</cp:revision>
  <dcterms:created xsi:type="dcterms:W3CDTF">2026-05-18T20:46:09Z</dcterms:created>
  <dcterms:modified xsi:type="dcterms:W3CDTF">2026-05-19T14:28:38Z</dcterms:modified>
</cp:coreProperties>
</file>